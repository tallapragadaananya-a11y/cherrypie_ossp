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2103120"/>
            <a:ext cx="4937760" cy="4937760"/>
          </a:xfrm>
          <a:prstGeom prst="ellipse">
            <a:avLst/>
          </a:prstGeom>
          <a:solidFill>
            <a:srgbClr val="6B4A35">
              <a:alpha val="65000"/>
            </a:srgbClr>
          </a:solidFill>
          <a:ln w="12700">
            <a:solidFill>
              <a:srgbClr val="6B4A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548640"/>
            <a:ext cx="3108960" cy="3108960"/>
          </a:xfrm>
          <a:prstGeom prst="ellipse">
            <a:avLst/>
          </a:prstGeom>
          <a:solidFill>
            <a:srgbClr val="1B3260">
              <a:alpha val="80000"/>
            </a:srgbClr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·  25CS2104E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Process Creation, Execution and Termination System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complete process lifecycle with Linux/POSIX system calls in 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·  Team 12  ·  2026–27, Term-I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3383280"/>
            <a:ext cx="2377440" cy="1184663"/>
          </a:xfrm>
          <a:prstGeom prst="roundRect">
            <a:avLst>
              <a:gd name="adj" fmla="val 92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520440"/>
            <a:ext cx="2103120" cy="910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00" b="1" spc="300" kern="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execution, synchronization and termination are core Operating Systems ideas, yet hard to grasp without seeing them run.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theoretical examples rarely show how parent and child processes actually interact with the Linux kernel.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0" y="12801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15000" y="1417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system that uses POSIX system calls to create, execute, synchronize, monitor and terminate processes.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0" y="301752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715000" y="3154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core depends on real process-management mechanisms, not databases, CRUD features or a conventional app interface.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00500" cy="1554480"/>
          </a:xfrm>
          <a:prstGeom prst="roundRect">
            <a:avLst>
              <a:gd name="adj" fmla="val 7059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parent-child relationships using fork(), getpid() and getppid().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1554480"/>
          </a:xfrm>
          <a:prstGeom prst="roundRect">
            <a:avLst>
              <a:gd name="adj" fmla="val 7059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60620" y="1554480"/>
            <a:ext cx="548640" cy="54864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606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73786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Synchronization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exec() family together with wait() and waitpid().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000500" cy="1554480"/>
          </a:xfrm>
          <a:prstGeom prst="roundRect">
            <a:avLst>
              <a:gd name="adj" fmla="val 7059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&amp; Control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exit(), signals, zombie processes and orphan processes.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86300" y="3063240"/>
            <a:ext cx="4000500" cy="1554480"/>
          </a:xfrm>
          <a:prstGeom prst="roundRect">
            <a:avLst>
              <a:gd name="adj" fmla="val 7059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60620" y="3337560"/>
            <a:ext cx="548640" cy="54864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606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3786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Output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process behaviour through terminal output and test cases.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Concepts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0759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child process from the parent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48890" y="123444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86050" y="130759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exec() family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child image to run another program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40580" y="123444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7740" y="130759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waitpid()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waits for and monitors child termination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32270" y="123444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69430" y="130759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a process with an exit status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9631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getpid() / getppid()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process ID and parent process 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48890" y="242316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6050" y="249631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 &amp; Signals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signals for control and termination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40580" y="242316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7740" y="249631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Hierarchy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relationships created with fork()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32270" y="242316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69430" y="249631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parent and child execution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8503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Process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child not yet reaped by its parent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548890" y="361188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86050" y="368503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Process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whose parent terminated first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40580" y="361188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7740" y="368503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Execution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running independently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32270" y="3611880"/>
            <a:ext cx="1954530" cy="1051560"/>
          </a:xfrm>
          <a:prstGeom prst="roundRect">
            <a:avLst>
              <a:gd name="adj" fmla="val 8696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69430" y="3685032"/>
            <a:ext cx="168021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Status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collected and reported by the parent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Platforms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execution environment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61360" y="1234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444240" y="1307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programming language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65520" y="1234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48400" y="1307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the C source code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450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APIs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execution, synchronization, termination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1360" y="2377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44240" y="2450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programs and observing behaviour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65520" y="2377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48400" y="2450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Make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compilation via Makefile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593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to the source code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61360" y="3520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44240" y="3593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and team collaboration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65520" y="3520440"/>
            <a:ext cx="2621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48400" y="3593592"/>
            <a:ext cx="225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200" kern="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Source-code editing and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Code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411480"/>
          </a:xfrm>
          <a:prstGeom prst="roundRect">
            <a:avLst/>
          </a:prstGeom>
          <a:solidFill>
            <a:srgbClr val="6B4A35"/>
          </a:solidFill>
          <a:ln w="12700">
            <a:solidFill>
              <a:srgbClr val="6B4A35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main()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502920"/>
          </a:xfrm>
          <a:prstGeom prst="roundRect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display_menu()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920240" cy="502920"/>
          </a:xfrm>
          <a:prstGeom prst="roundRect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choice: scanf()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920240" cy="914400"/>
          </a:xfrm>
          <a:prstGeom prst="diamond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(choice)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920240" cy="411480"/>
          </a:xfrm>
          <a:prstGeom prst="roundRect">
            <a:avLst/>
          </a:prstGeom>
          <a:solidFill>
            <a:srgbClr val="6B4A35"/>
          </a:solidFill>
          <a:ln w="12700">
            <a:solidFill>
              <a:srgbClr val="6B4A3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97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1645920"/>
            <a:ext cx="0" cy="18288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17320" y="2331720"/>
            <a:ext cx="0" cy="18288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17320" y="3017520"/>
            <a:ext cx="0" cy="18288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17320" y="4114800"/>
            <a:ext cx="0" cy="18288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508760" y="4114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3401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1399032"/>
            <a:ext cx="0" cy="2688336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657600"/>
            <a:ext cx="64008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99032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91840" y="1234440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1280160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64992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12344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12344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→ child prints PID/PPID → parent waitpid()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1783080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161848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1664208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64992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703320" y="1618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Execution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16184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→ child runs execl("/bin/ls") → parent waits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17520" y="2167128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291840" y="2002536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4992" y="2048256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64992" y="2048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703320" y="20025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2002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sleeps 3s, exit(42) → parent reads status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17520" y="2551176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91840" y="2386584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64992" y="2432304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64992" y="2432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703320" y="23865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66360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handles SIGTERM → parent kill() → waitpid()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17520" y="2935224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291840" y="2770632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64992" y="2816352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64992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703320" y="2770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166360" y="2770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works 2s, exit(10) → parent reports status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017520" y="3319272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291840" y="3154680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64992" y="3200400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64992" y="3200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703320" y="3154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Process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5166360" y="31546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exits at once → parent sleeps 10s, then reaps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17520" y="3703320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291840" y="35387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64992" y="3584448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364992" y="3584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703320" y="3538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Process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5166360" y="35387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exits first → child gets a new PPID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017520" y="4087368"/>
            <a:ext cx="27432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291840" y="3922776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E9DFD0"/>
          </a:solidFill>
          <a:ln w="12700">
            <a:solidFill>
              <a:srgbClr val="E9DFD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4992" y="3968496"/>
            <a:ext cx="237744" cy="23774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364992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3703320" y="3922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Demo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166360" y="39227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options 1 to 5 in sequence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32918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demo, control returns to display_menu(). The loop runs until choice 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54530" cy="3291840"/>
          </a:xfrm>
          <a:prstGeom prst="roundRect">
            <a:avLst>
              <a:gd name="adj" fmla="val 5614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5887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Qhibtiya Khader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2520030155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58877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using fork(), process identification, and parent-child process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8890" y="1280160"/>
            <a:ext cx="1954530" cy="3291840"/>
          </a:xfrm>
          <a:prstGeom prst="roundRect">
            <a:avLst>
              <a:gd name="adj" fmla="val 5614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1770" y="1508760"/>
            <a:ext cx="685800" cy="68580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177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31770" y="2331720"/>
            <a:ext cx="15887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TSSS Ananya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2520030039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31770" y="3108960"/>
            <a:ext cx="158877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 using exec() and synchronization using wait() / waitpid()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0580" y="1280160"/>
            <a:ext cx="1954530" cy="3291840"/>
          </a:xfrm>
          <a:prstGeom prst="roundRect">
            <a:avLst>
              <a:gd name="adj" fmla="val 5614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3460" y="1508760"/>
            <a:ext cx="685800" cy="68580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34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331720"/>
            <a:ext cx="15887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Anuradha Nandini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2520030171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108960"/>
            <a:ext cx="158877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termination, signal handling, zombie and orphan process demonstrations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32270" y="1280160"/>
            <a:ext cx="1954530" cy="3291840"/>
          </a:xfrm>
          <a:prstGeom prst="roundRect">
            <a:avLst>
              <a:gd name="adj" fmla="val 5614"/>
            </a:avLst>
          </a:prstGeom>
          <a:solidFill>
            <a:srgbClr val="1B3260"/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5150" y="1508760"/>
            <a:ext cx="685800" cy="685800"/>
          </a:xfrm>
          <a:prstGeom prst="ellipse">
            <a:avLst/>
          </a:prstGeom>
          <a:solidFill>
            <a:srgbClr val="A47551"/>
          </a:solidFill>
          <a:ln w="12700">
            <a:solidFill>
              <a:srgbClr val="A4755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1515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15150" y="2331720"/>
            <a:ext cx="15887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Pemesh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2520030388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15150" y="3108960"/>
            <a:ext cx="158877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debugging, documentation, output analysis, screenshots and GitHub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2103120"/>
            <a:ext cx="4937760" cy="4937760"/>
          </a:xfrm>
          <a:prstGeom prst="ellipse">
            <a:avLst/>
          </a:prstGeom>
          <a:solidFill>
            <a:srgbClr val="6B4A35">
              <a:alpha val="65000"/>
            </a:srgbClr>
          </a:solidFill>
          <a:ln w="12700">
            <a:solidFill>
              <a:srgbClr val="6B4A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548640"/>
            <a:ext cx="3108960" cy="3108960"/>
          </a:xfrm>
          <a:prstGeom prst="ellipse">
            <a:avLst/>
          </a:prstGeom>
          <a:solidFill>
            <a:srgbClr val="1B3260">
              <a:alpha val="80000"/>
            </a:srgbClr>
          </a:solidFill>
          <a:ln w="12700">
            <a:solidFill>
              <a:srgbClr val="1B326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·  Team 12  ·  github.com/fathimaqhibtiyakhader/CherryPie_OSSP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3383280"/>
            <a:ext cx="2377440" cy="1184663"/>
          </a:xfrm>
          <a:prstGeom prst="roundRect">
            <a:avLst>
              <a:gd name="adj" fmla="val 92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520440"/>
            <a:ext cx="2103120" cy="910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Creation, Execution and Termination System</dc:title>
  <dc:subject>PptxGenJS Presentation</dc:subject>
  <dc:creator>PptxGenJS</dc:creator>
  <cp:lastModifiedBy>PptxGenJS</cp:lastModifiedBy>
  <cp:revision>1</cp:revision>
  <dcterms:created xsi:type="dcterms:W3CDTF">2026-09-24T04:58:38Z</dcterms:created>
  <dcterms:modified xsi:type="dcterms:W3CDTF">2026-09-24T04:58:38Z</dcterms:modified>
</cp:coreProperties>
</file>